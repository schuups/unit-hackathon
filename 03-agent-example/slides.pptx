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Stand-alone deck: assumes nothing from any other talk. Two slides of scenario,
four of code, then everything else happens at the terminal. Keep it moving.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path varies run to run — the shape is stable, the exact SQL is not. Narrate
the shape, not the steps. Good harder one if there is time: "have other jobs on
nid02 timed out recently?" — the nid[02-05] range notation is awkward in SQL
and you get to watch it iterate for four or five 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a specialized agent</dc:title>
  <dc:subject>PptxGenJS Presentation</dc:subject>
  <dc:creator>Created by Marp</dc:creator>
  <cp:lastModifiedBy>Created by Marp</cp:lastModifiedBy>
  <cp:revision>1</cp:revision>
  <dcterms:created xsi:type="dcterms:W3CDTF">2026-09-07T06:56:07Z</dcterms:created>
  <dcterms:modified xsi:type="dcterms:W3CDTF">2026-09-07T06:56:07Z</dcterms:modified>
</cp:coreProperties>
</file>