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Stand-alone deck: assumes nothing from any other talk. The question is one every
team hits once it has more than one agent setup working: given several that all
appear to fine, which do we standardise on? Everything here is runnable — the
harness is in poc/ next to this file, and its self-test needs no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setup should we use?</dc:title>
  <dc:subject>PptxGenJS Presentation</dc:subject>
  <dc:creator>Created by Marp</dc:creator>
  <cp:lastModifiedBy>Created by Marp</cp:lastModifiedBy>
  <cp:revision>1</cp:revision>
  <dcterms:created xsi:type="dcterms:W3CDTF">2026-09-07T14:16:33Z</dcterms:created>
  <dcterms:modified xsi:type="dcterms:W3CDTF">2026-09-07T14:16:33Z</dcterms:modified>
</cp:coreProperties>
</file>