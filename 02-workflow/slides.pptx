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Stand-alone deck — assumes nothing from any other talk. Open by saying what this
is: one practitioner's end-to-end system for agentic coding, not a framework and
not an autonomous agent. Everything here comes from one video and the public
repository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date out loud. The point is that the audience can judge for themselves
how stale any of this might be by the time they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plugin for improved development workflows</dc:title>
  <dc:subject>PptxGenJS Presentation</dc:subject>
  <dc:creator>Created by Marp</dc:creator>
  <cp:lastModifiedBy>Created by Marp</cp:lastModifiedBy>
  <cp:revision>1</cp:revision>
  <dcterms:created xsi:type="dcterms:W3CDTF">2026-09-07T06:39:29Z</dcterms:created>
  <dcterms:modified xsi:type="dcterms:W3CDTF">2026-09-07T06:39:29Z</dcterms:modified>
</cp:coreProperties>
</file>