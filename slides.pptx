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 hour, several presenters — keep it tight. 00 is the only part that needs
slides; 01 and 03 happen at the terminal.
Decks: 00-agents-introduction/ · 01-sandboxing/ · 02-workflow/ · 03-agent-example/
03 is a hand-written Python agent — deliberately not Codex, Claude Code or
opencode, to show the loop has no magic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SW1 Unit Hackathon</dc:title>
  <dc:subject>PptxGenJS Presentation</dc:subject>
  <dc:creator>Created by Marp</dc:creator>
  <cp:lastModifiedBy>Created by Marp</cp:lastModifiedBy>
  <cp:revision>1</cp:revision>
  <dcterms:created xsi:type="dcterms:W3CDTF">2026-09-07T06:38:46Z</dcterms:created>
  <dcterms:modified xsi:type="dcterms:W3CDTF">2026-09-07T06:38:46Z</dcterms:modified>
</cp:coreProperties>
</file>