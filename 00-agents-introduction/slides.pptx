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load-bearing. If they take one thing away: the capability sits in the
local program. Risk shows up in several places later — injection, the endpoint,
the tool list — but this is where the machine gets 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who assumed the API keeps your session server-side? Most people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cannot sandbox someone else's server. You sandbox the
program that holds the shell.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an agent?</dc:title>
  <dc:subject>PptxGenJS Presentation</dc:subject>
  <dc:creator>Created by Marp</dc:creator>
  <cp:lastModifiedBy>Created by Marp</cp:lastModifiedBy>
  <cp:revision>1</cp:revision>
  <dcterms:created xsi:type="dcterms:W3CDTF">2026-09-07T06:31:49Z</dcterms:created>
  <dcterms:modified xsi:type="dcterms:W3CDTF">2026-09-07T06:31:49Z</dcterms:modified>
</cp:coreProperties>
</file>